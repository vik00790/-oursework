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0"/>
  </p:notesMasterIdLst>
  <p:handoutMasterIdLst>
    <p:handoutMasterId r:id="rId11"/>
  </p:handoutMasterIdLst>
  <p:sldIdLst>
    <p:sldId id="257" r:id="rId2"/>
    <p:sldId id="262" r:id="rId3"/>
    <p:sldId id="258" r:id="rId4"/>
    <p:sldId id="260" r:id="rId5"/>
    <p:sldId id="259" r:id="rId6"/>
    <p:sldId id="261" r:id="rId7"/>
    <p:sldId id="263" r:id="rId8"/>
    <p:sldId id="264" r:id="rId9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120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E51D080-0FA4-452C-BE9C-57B885F95115}" type="datetime1">
              <a:rPr lang="ru-RU" smtClean="0"/>
              <a:t>26.03.2026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68A2903-BD5A-4833-B0CA-AB5B8165171B}" type="datetime1">
              <a:rPr lang="ru-RU" smtClean="0"/>
              <a:t>26.03.2026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  <a:cs typeface="FreesiaUPC" panose="020B0502040204020203" pitchFamily="34" charset="-34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Дата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4DAEB3-2211-4CA3-9D23-0143FCF3926F}" type="datetime1">
              <a:rPr lang="ru-RU" smtClean="0"/>
              <a:t>26.03.2026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289488-0C23-4DC8-A9FA-240659547385}" type="datetime1">
              <a:rPr lang="ru-RU" smtClean="0"/>
              <a:t>26.03.2026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EFA117-2261-4A1D-8BE7-0B7E6A1366C0}" type="datetime1">
              <a:rPr lang="ru-RU" smtClean="0"/>
              <a:t>26.03.2026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9279E9-B6DA-4AB3-A7CE-B748E56BEA69}" type="datetime1">
              <a:rPr lang="ru-RU" smtClean="0"/>
              <a:t>26.03.2026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CF7452-61A3-4CDC-ACAB-74E5B4A7EF57}" type="datetime1">
              <a:rPr lang="ru-RU" smtClean="0"/>
              <a:t>26.03.2026</a:t>
            </a:fld>
            <a:endParaRPr lang="en-US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Номер слайда 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D00952-BE77-47A2-BE29-2226E2D6BB12}" type="datetime1">
              <a:rPr lang="ru-RU" smtClean="0"/>
              <a:t>26.03.2026</a:t>
            </a:fld>
            <a:endParaRPr lang="en-US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D5EF43-AECB-4459-AE90-3AFB54138C76}" type="datetime1">
              <a:rPr lang="ru-RU" smtClean="0"/>
              <a:t>26.03.2026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FD0FAC8F-653F-479B-B209-9F30C9091843}" type="datetime1">
              <a:rPr lang="ru-RU" smtClean="0"/>
              <a:t>26.03.2026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6FD9FC9-5FD1-4E3B-B719-212F55599717}" type="datetime1">
              <a:rPr lang="ru-RU" smtClean="0"/>
              <a:t>26.03.2026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2E9B35-0826-45CC-9C2C-707B22DFAA83}" type="datetime1">
              <a:rPr lang="ru-RU" smtClean="0"/>
              <a:t>26.03.2026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C0063D-EDF2-4190-A726-B9B651F864E7}" type="datetime1">
              <a:rPr lang="ru-RU" smtClean="0"/>
              <a:t>26.03.2026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 dirty="0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ru" dirty="0"/>
              <a:t>Щелкните, чтобы изменить стили текста образца слайда</a:t>
            </a:r>
          </a:p>
          <a:p>
            <a:pPr lvl="1" rtl="0"/>
            <a:r>
              <a:rPr lang="ru" dirty="0"/>
              <a:t>Второй уровень</a:t>
            </a:r>
          </a:p>
          <a:p>
            <a:pPr lvl="2" rtl="0"/>
            <a:r>
              <a:rPr lang="ru" dirty="0"/>
              <a:t>Третий уровень</a:t>
            </a:r>
          </a:p>
          <a:p>
            <a:pPr lvl="3" rtl="0"/>
            <a:r>
              <a:rPr lang="ru" dirty="0"/>
              <a:t>Четвертый уровень</a:t>
            </a:r>
          </a:p>
          <a:p>
            <a:pPr lvl="4" rtl="0"/>
            <a:r>
              <a:rPr lang="ru" dirty="0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428A7F57-8526-4A03-89D8-FFB0245E6649}" type="datetime1">
              <a:rPr lang="ru-RU" smtClean="0"/>
              <a:t>26.03.2026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8"/>
            <a:ext cx="6253317" cy="2080352"/>
          </a:xfrm>
        </p:spPr>
        <p:txBody>
          <a:bodyPr rtlCol="0">
            <a:normAutofit/>
          </a:bodyPr>
          <a:lstStyle/>
          <a:p>
            <a:r>
              <a:rPr lang="ru" sz="7200" dirty="0"/>
              <a:t>Торговая площадка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К</a:t>
            </a:r>
            <a:r>
              <a:rPr lang="r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ак поднять свои продажи? </a:t>
            </a:r>
          </a:p>
          <a:p>
            <a:pPr rtl="0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</a:t>
            </a:r>
            <a:r>
              <a:rPr lang="r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егко и просто!</a:t>
            </a:r>
          </a:p>
        </p:txBody>
      </p:sp>
      <p:pic>
        <p:nvPicPr>
          <p:cNvPr id="5" name="Рисунок 4" descr="Изображение здания, места для сидения, скамейки, вид сбоку&#10;&#10;Автоматически созданное описание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73FC53-10A2-442F-AE5D-921C71EB32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12192000" cy="785308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Основная страница нашего сайта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1511E0D-6BE3-4CBD-A2B1-E89EE6576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5309"/>
            <a:ext cx="12192000" cy="1067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2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.00534 -0.8048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" y="-40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5B23B6E0-E521-4A0D-80D5-2081C653D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26.03.2026</a:t>
            </a:fld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96F02D-BD7F-42F4-9454-FDC1C2260A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2" t="627" r="21597" b="48280"/>
          <a:stretch/>
        </p:blipFill>
        <p:spPr>
          <a:xfrm>
            <a:off x="145111" y="753035"/>
            <a:ext cx="11901778" cy="6104965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2F19848-C53E-42A2-88E6-9DB82B05C78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85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Удобный расширенный поиск</a:t>
            </a:r>
          </a:p>
        </p:txBody>
      </p:sp>
    </p:spTree>
    <p:extLst>
      <p:ext uri="{BB962C8B-B14F-4D97-AF65-F5344CB8AC3E}">
        <p14:creationId xmlns:p14="http://schemas.microsoft.com/office/powerpoint/2010/main" val="1513697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44CFF92-2AFB-498C-8AFD-997900A29F5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8530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Карточки товаров с отзывами покупателей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528A439-74FE-4A94-BA10-9AF684C8DB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64" r="22177" b="7658"/>
          <a:stretch/>
        </p:blipFill>
        <p:spPr>
          <a:xfrm>
            <a:off x="1926606" y="785309"/>
            <a:ext cx="8099521" cy="614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50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3757281B-3684-4783-9FD2-8A7411FE5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26.03.2026</a:t>
            </a:fld>
            <a:endParaRPr lang="en-US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CEC1BD3-C834-4795-932B-2CDF3BA4ED0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85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Корзина товаров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3E3F55-8679-4D54-875F-FB79F2A894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 r="23235" b="28432"/>
          <a:stretch/>
        </p:blipFill>
        <p:spPr>
          <a:xfrm>
            <a:off x="1445111" y="785309"/>
            <a:ext cx="9301778" cy="609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99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FC92CC76-BBC3-42BC-A4EF-ED741D26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26.03.2026</a:t>
            </a:fld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50C9DB-2A38-44C7-833F-477A6A2498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3" r="23148" b="61285"/>
          <a:stretch/>
        </p:blipFill>
        <p:spPr>
          <a:xfrm>
            <a:off x="0" y="1301676"/>
            <a:ext cx="12192000" cy="4493475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6F49A2F-C565-4931-BB07-B44A8B60CEA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85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Вход в личный кабинет </a:t>
            </a:r>
          </a:p>
        </p:txBody>
      </p:sp>
    </p:spTree>
    <p:extLst>
      <p:ext uri="{BB962C8B-B14F-4D97-AF65-F5344CB8AC3E}">
        <p14:creationId xmlns:p14="http://schemas.microsoft.com/office/powerpoint/2010/main" val="110305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357C2D-9A4F-4C67-9C81-21EA6B4537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4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20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659180A-2113-4B4A-9D66-AB076C028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4D5EF43-AECB-4459-AE90-3AFB54138C76}" type="datetime1">
              <a:rPr lang="ru-RU" smtClean="0"/>
              <a:t>26.03.2026</a:t>
            </a:fld>
            <a:endParaRPr lang="en-US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DC89B9F-4BF1-49B0-934C-242251D12083}"/>
              </a:ext>
            </a:extLst>
          </p:cNvPr>
          <p:cNvSpPr txBox="1">
            <a:spLocks/>
          </p:cNvSpPr>
          <p:nvPr/>
        </p:nvSpPr>
        <p:spPr>
          <a:xfrm>
            <a:off x="0" y="2248349"/>
            <a:ext cx="12192000" cy="785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151713366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ие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5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{C681E36B-FE51-4210-9148-96833F68FE70}TFf0a5ceae-4542-492d-822e-d65a94fb0e1e19154062_win32-8070a709061f</Template>
  <TotalTime>88</TotalTime>
  <Words>39</Words>
  <Application>Microsoft Office PowerPoint</Application>
  <PresentationFormat>Широкоэкранный</PresentationFormat>
  <Paragraphs>13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Bookman Old Style</vt:lpstr>
      <vt:lpstr>Calibri</vt:lpstr>
      <vt:lpstr>Franklin Gothic Book</vt:lpstr>
      <vt:lpstr>Пользовательские</vt:lpstr>
      <vt:lpstr>Торговая площадка</vt:lpstr>
      <vt:lpstr>Основная страница нашего сайта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Торговая площадка</dc:title>
  <dc:creator>Виктор Валяхметов</dc:creator>
  <cp:lastModifiedBy>Виктор Валяхметов</cp:lastModifiedBy>
  <cp:revision>3</cp:revision>
  <dcterms:created xsi:type="dcterms:W3CDTF">2026-03-26T12:37:51Z</dcterms:created>
  <dcterms:modified xsi:type="dcterms:W3CDTF">2026-03-26T14:07:28Z</dcterms:modified>
</cp:coreProperties>
</file>